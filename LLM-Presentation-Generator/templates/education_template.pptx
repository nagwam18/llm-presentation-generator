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96425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Tahoma</vt:lpstr>
      <vt:lpstr>Wingdings 3</vt:lpstr>
      <vt:lpstr>Wisp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</dc:creator>
  <cp:lastModifiedBy>ch</cp:lastModifiedBy>
  <cp:revision>1</cp:revision>
  <dcterms:created xsi:type="dcterms:W3CDTF">2025-11-03T08:31:29Z</dcterms:created>
  <dcterms:modified xsi:type="dcterms:W3CDTF">2025-11-03T08:31:47Z</dcterms:modified>
</cp:coreProperties>
</file>