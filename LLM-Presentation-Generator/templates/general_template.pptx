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5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9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017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47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9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2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138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992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994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68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446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2326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97303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8540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7358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24416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171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7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252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hf sldNum="0" hdr="0" ftr="0" dt="0"/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6723563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Tw Cen MT</vt:lpstr>
      <vt:lpstr>Droplet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</dc:creator>
  <cp:lastModifiedBy>ch</cp:lastModifiedBy>
  <cp:revision>1</cp:revision>
  <dcterms:created xsi:type="dcterms:W3CDTF">2025-11-03T08:49:37Z</dcterms:created>
  <dcterms:modified xsi:type="dcterms:W3CDTF">2025-11-03T08:51:14Z</dcterms:modified>
</cp:coreProperties>
</file>